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pace Grotesk"/>
              </a:defRPr>
            </a:pPr>
            <a:r>
              <a:t>Sistema de Inventario de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  <a:latin typeface="Space Grotesk"/>
              </a:defRPr>
            </a:pPr>
            <a:r>
              <a:t>Monitoramento Preventivo Zabbix 7.0 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  <a:latin typeface="Space Grotesk"/>
              </a:defRPr>
            </a:pPr>
            <a:r>
              <a:t>Clone local testado · Dados reais do ativo · Zero alteracoes no producao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303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4748B"/>
                </a:solidFill>
                <a:latin typeface="Space Grotesk"/>
              </a:defRPr>
            </a:pPr>
            <a:r>
              <a:t>Versao 3.5.0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Visao Geral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101 computadores cadastrados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97 ramais gerenciados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22 setores configurados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486 logs de operacao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48 software/licencas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731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Node.js + Express (porta 5903)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H2 database (arquivo)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WebSocket em tempo real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Docker Desktop 29.6.2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Zabbix 7.0.31 (4 containers)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Modulo de Monitoramento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Aba "Monitoramento" no dashboard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Status Zabbix em tempo real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KPIs: Acessiveis / Sem Resposta / Instaveis / Alertas / Incidentes</a:t>
            </a:r>
          </a:p>
          <a:p>
            <a:pPr>
              <a:spcAft>
                <a:spcPts val="600"/>
              </a:spcAft>
              <a:defRPr sz="1600">
                <a:solidFill>
                  <a:srgbClr val="64748B"/>
                </a:solidFill>
                <a:latin typeface="Space Grotesk"/>
              </a:defRPr>
            </a:pPr>
            <a:r>
              <a:t>Tabela detalhada com CPU, GPU, RAM, Disco por PC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228600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  <a:latin typeface="Space Grotesk"/>
              </a:defRPr>
            </a:pPr>
            <a:r>
              <a:t>11%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12 nucleos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4754880"/>
            <a:ext cx="228600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9377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Space Grotesk"/>
              </a:defRPr>
            </a:pPr>
            <a:r>
              <a:t>75.4%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669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852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8.84/11.73 GB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943600"/>
            <a:ext cx="228600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Space Grotesk"/>
              </a:defRPr>
            </a:pPr>
            <a:r>
              <a:t>60.6%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858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Disco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040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281.77/465.12 GB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5943600"/>
            <a:ext cx="228600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6126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  <a:latin typeface="Space Grotesk"/>
              </a:defRPr>
            </a:pPr>
            <a:r>
              <a:t>Intel Iris Xe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6858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GPU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Metricas REAIS do PC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CPU: Node os.cpus() — delta de tempo (11%, 12 nucleos)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GPU: nvidia-smi / Performance Counter (Intel Iris Xe, 11%)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RAM: os.freemem() / os.totalmem() (75.4%, 8.84/11.73 GB)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Disco: WMI Win32_LogicalDisk (60.6%, 281.77/465.12 GB)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Uptime: segundos desde boot (362h 57m) + detectao de reinicio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Rede: placa fisica (Ethernet) vs virtual (WSL)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2468880" cy="1645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D6A0"/>
                </a:solidFill>
                <a:latin typeface="Space Grotesk"/>
              </a:defRPr>
            </a:pPr>
            <a:r>
              <a:t>11%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12 nucleos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200400"/>
            <a:ext cx="2468880" cy="1645920"/>
          </a:xfrm>
          <a:prstGeom prst="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pace Grotesk"/>
              </a:defRPr>
            </a:pPr>
            <a:r>
              <a:t>75.4%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8.84/11.73 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2468880" cy="1645920"/>
          </a:xfrm>
          <a:prstGeom prst="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Disco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pace Grotesk"/>
              </a:defRPr>
            </a:pPr>
            <a:r>
              <a:t>60.6%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281.77/465.12 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200400"/>
            <a:ext cx="2468880" cy="1645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7490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6D6A0"/>
                </a:solidFill>
                <a:latin typeface="Space Grotesk"/>
              </a:defRPr>
            </a:pPr>
            <a: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Intel Iris Xe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Coletor Agentless (sem instalar nada)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Ping nativo do SO (Windows/Linux)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Parse em Portugues e Ingles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Timeout configuravel, 3 tentativas por ciclo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Concorrencia limitada (10 hosts simultaneos)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Historico JSONL + agregados diarios (retencao 30/365 dias)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Latencia media, P95, perda de pacotes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Sem agente nos PCs: Somente ping a partir deste servidor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JSONL: Medicoes brutas + agregados por 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6D6A0"/>
                </a:solidFill>
                <a:latin typeface="Space Grotesk"/>
              </a:defRPr>
            </a:pPr>
            <a:r>
              <a:t>Alertas: 5 gravidades x 5 confiancas + correlacao por setor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Motor de Alertas e Diagnostico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Niveis de Gravidade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Space Grotesk"/>
              </a:defRPr>
            </a:pPr>
            <a:r>
              <a:t>CRITICA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201168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Space Grotesk"/>
              </a:defRPr>
            </a:pPr>
            <a:r>
              <a:t>ALTA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01168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011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pace Grotesk"/>
              </a:defRPr>
            </a:pPr>
            <a:r>
              <a:t>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01168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011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Space Grotesk"/>
              </a:defRPr>
            </a:pPr>
            <a:r>
              <a:t>BAIXA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01168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0116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  <a:latin typeface="Space Grotesk"/>
              </a:defRPr>
            </a:pPr>
            <a:r>
              <a:t>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Niveis de Confianca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pace Grotesk"/>
              </a:defRPr>
            </a:pPr>
            <a:r>
              <a:t>CONFIRMADO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54480" y="329184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pace Grotesk"/>
              </a:defRPr>
            </a:pPr>
            <a:r>
              <a:t>ALTA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29184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D6A0"/>
                </a:solidFill>
                <a:latin typeface="Space Grotesk"/>
              </a:defRPr>
            </a:pPr>
            <a:r>
              <a:t>MODERADA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29184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Space Grotesk"/>
              </a:defRPr>
            </a:pPr>
            <a:r>
              <a:t>BAIXA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291840"/>
            <a:ext cx="640080" cy="365760"/>
          </a:xfrm>
          <a:prstGeom prst="rect">
            <a:avLst/>
          </a:prstGeom>
          <a:solidFill>
            <a:srgbClr val="111827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Space Grotesk"/>
              </a:defRPr>
            </a:pPr>
            <a:r>
              <a:t>INCONCLUSIVO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Recursos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Correlacao por setor (incidente em massa)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Auto-resolucao apos N ciclos normais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Silencio de repetidos (15 min)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Integracao Zabbix 7.0 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Docker: postgres + server + web + agent (4 containers)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API JSON-RPC (login, host.get, problem.get, history.get)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selectTags: extend (correcao aplicada)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Hospedado em localhost:8081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56032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Space Grotesk"/>
              </a:defRPr>
            </a:pPr>
            <a:r>
              <a:t>Status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/api/zabbix/status -&gt; versao 7.0.31, ok:true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200400"/>
            <a:ext cx="256032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Space Grotesk"/>
              </a:defRPr>
            </a:pPr>
            <a:r>
              <a:t>Hosts Zabbix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1 host local (agente) + configuracao para .131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2560320" cy="13716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D6A0"/>
                </a:solidFill>
                <a:latin typeface="Space Grotesk"/>
              </a:defRPr>
            </a:pPr>
            <a:r>
              <a:t>Sincronizacao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/api/zabbix/sincronizar — cria/atualiza hosts automaticos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Zabbix Agent 2 — Deploy Remoto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Arquivos: zabbix_agent2-7.0-latest-windows-amd64-openssl.msi (17.6 MB)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zabbix_agent2.conf — config com PSK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psk.txt — chave: 593a91a9e1fad99ef8965bdcc830e8be6326ae30d5050fac5c2c5a9ee3ae552b</a:t>
            </a:r>
          </a:p>
          <a:p>
            <a:pPr>
              <a:spcAft>
                <a:spcPts val="600"/>
              </a:spcAft>
              <a:defRPr sz="1500">
                <a:solidFill>
                  <a:srgbClr val="64748B"/>
                </a:solidFill>
                <a:latin typeface="Space Grotesk"/>
              </a:defRPr>
            </a:pPr>
            <a:r>
              <a:t>MANUAL_INSTALACAO_131.md — passo a passo de 6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Metodos de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WinRM + PsExec (requer credenciais admin)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WMI RPC (porta 135 aberta)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SMB copy (porta 445 aberta) + execucao remota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Manual via RDP/TeamViewer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/api/monitor/painel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Resumo completo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/api/monitor/sistema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Metricas reais do PC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/api/monitor/ciclo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Executar verificacao agora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/api/monitor/host/:ip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Detalhe de host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/api/monitor/alertas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Alertas ativos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/api/zabbix/status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Status Zabbix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/api/zabbix/hosts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Hosts cadastrados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463040"/>
            <a:ext cx="5303520" cy="50292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508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6D6A0"/>
                </a:solidFill>
                <a:latin typeface="Space Grotesk"/>
              </a:defRPr>
            </a:pPr>
            <a:r>
              <a:t>/api/zabbix/sincronizar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15087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Space Grotesk"/>
              </a:defRPr>
            </a:pPr>
            <a:r>
              <a:t>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19659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Sincronizar hosts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Roadmap — 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3474720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WMI Remoto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CPU/RAM sem agente via WMI DCOM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59" y="1463040"/>
            <a:ext cx="3474720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19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Agente Zabbix em todos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19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Deploy em 101 PCs via MSI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463040"/>
            <a:ext cx="3474720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Gráficos Históricos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Chart.js + retention 30/365 dias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463040"/>
            <a:ext cx="3474720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Notificacoes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Email + Telegram bot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1463040"/>
            <a:ext cx="3474720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19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Manutencao Preditiva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Previsao de falha baseada em tendencias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474720" cy="109728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544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Multiusuario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48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Perfis: ADMIN / TECNICO /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48B"/>
                </a:solidFill>
                <a:latin typeface="Space Grotesk"/>
              </a:defRPr>
            </a:pPr>
            <a:r>
              <a:t>Prioridade: 1) WMI remoto 2) Agentes Zabbix 3) Graficos 4) Notificacoes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Arquitetura do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PCs da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192.168.0.216</a:t>
            </a:r>
            <a:br/>
            <a:r>
              <a:t>192.168.0.131</a:t>
            </a:r>
            <a:br/>
            <a:r>
              <a:t>8.8.8.8</a:t>
            </a:r>
            <a:br/>
            <a:r>
              <a:t>192.168.0.10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63040"/>
            <a:ext cx="5303520" cy="2286000"/>
          </a:xfrm>
          <a:prstGeom prst="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pace Grotesk"/>
              </a:defRPr>
            </a:pPr>
            <a:r>
              <a:t>Coletor Agentless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ICMP nativo SO</a:t>
            </a:r>
            <a:br/>
            <a:r>
              <a:t>JSONL + Agregados</a:t>
            </a:r>
            <a:br/>
            <a:r>
              <a:t>Latencia/P95/Perdas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5303520" cy="2286000"/>
          </a:xfrm>
          <a:prstGeom prst="rect">
            <a:avLst/>
          </a:prstGeom>
          <a:solidFill>
            <a:srgbClr val="111827"/>
          </a:solidFill>
          <a:ln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D6A0"/>
                </a:solidFill>
                <a:latin typeface="Space Grotesk"/>
              </a:defRPr>
            </a:pPr>
            <a:r>
              <a:t>Zabbix 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Docker: 4 containers</a:t>
            </a:r>
            <a:br/>
            <a:r>
              <a:t>API JSON-RPC</a:t>
            </a:r>
            <a:br/>
            <a:r>
              <a:t>PSK encryption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pace Grotesk"/>
              </a:defRPr>
            </a:pPr>
            <a:r>
              <a:t>Inventario 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localhost:5903</a:t>
            </a:r>
            <a:br/>
            <a:r>
              <a:t>Express + H2</a:t>
            </a:r>
            <a:br/>
            <a:r>
              <a:t>API REST (/api/*)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pace Grotesk"/>
              </a:defRPr>
            </a:pPr>
            <a:r>
              <a:t>Acesso e Credenciais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Inventario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URL: http://localhost:5903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Login: admin / admin123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Usuario: tecnico / 123456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Usuario: usuario / 123456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Zabbix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URL: http://localhost:8081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Login: Admin / zabbix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Space Grotesk"/>
              </a:defRPr>
            </a:pPr>
            <a:r>
              <a:t>API: http://localhost:8081/api_jsonrpc.php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Space Grotesk"/>
              </a:defRPr>
            </a:pPr>
            <a:r>
              <a:t>Build: 1790777219 | App.js: 372956 bytes | Porta: 5903 | Versao: v3578-local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Space Grotesk"/>
              </a:defRPr>
            </a:pPr>
            <a:r>
              <a:t>Regra inegociavel: so editar em C:\Users\usuario\Documents\cadastro-computadores-v3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Space Grotesk"/>
              </a:defRPr>
            </a:pPr>
            <a:r>
              <a:t>Sistema profissional de monitoramento preventivo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pace Grotesk"/>
              </a:defRPr>
            </a:pPr>
            <a:r>
              <a:t>Baseada em Zabbix 7.0 LTS · Agenteless + Agent2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pace Grotesk"/>
              </a:defRPr>
            </a:pPr>
            <a:r>
              <a:t>Clone local de teste · Dados reais do ativo · Producao em 192.168.0.94:3030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Space Grotesk"/>
              </a:defRPr>
            </a:pPr>
            <a:r>
              <a:t>© 2026 - Todos os direitos reservados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